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Analytics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Engineering Project</a:t>
            </a:r>
          </a:p>
          <a:p>
            <a:r>
              <a:t>Prajwal Subedi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data is large and complex.</a:t>
            </a:r>
          </a:p>
          <a:p>
            <a:r>
              <a:t>Manual analysis is inefficient.</a:t>
            </a:r>
          </a:p>
          <a:p>
            <a:r>
              <a:t>Need automated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automated ETL pipeline</a:t>
            </a:r>
          </a:p>
          <a:p>
            <a:r>
              <a:t>Perform RFM segmentation</a:t>
            </a:r>
          </a:p>
          <a:p>
            <a:r>
              <a:t>Generate reports</a:t>
            </a:r>
          </a:p>
          <a:p>
            <a:r>
              <a:t>Create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→ ETL → RFM → Reports → Dashboard</a:t>
            </a:r>
          </a:p>
          <a:p>
            <a:r>
              <a:t>Scheduler automates pipeline</a:t>
            </a:r>
          </a:p>
          <a:p>
            <a:r>
              <a:t>Logs monitor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transactional dataset (CSV)</a:t>
            </a:r>
          </a:p>
          <a:p>
            <a:r>
              <a:t>Columns: CustomerID, InvoiceDate, Quantity, Price</a:t>
            </a:r>
          </a:p>
          <a:p>
            <a:r>
              <a:t>Explored in notebook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Extract: Load CSV</a:t>
            </a:r>
          </a:p>
          <a:p>
            <a:r>
              <a:t>Transform: Clean data, feature engineering</a:t>
            </a:r>
          </a:p>
          <a:p>
            <a:r>
              <a:t>Load: Save processed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Choice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CSV for simplicity</a:t>
            </a:r>
          </a:p>
          <a:p>
            <a:r>
              <a:t>Stored processed data and reports in folders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RFM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Recency: Last purchase</a:t>
            </a:r>
          </a:p>
          <a:p>
            <a:r>
              <a:t>Frequency: Purchase count</a:t>
            </a:r>
          </a:p>
          <a:p>
            <a:r>
              <a:t>Monetary: Total spend</a:t>
            </a:r>
          </a:p>
          <a:p>
            <a:r>
              <a:t>Segments customers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schedule library</a:t>
            </a:r>
          </a:p>
          <a:p>
            <a:r>
              <a:t>Automates pipeline execution at intervals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Logs stored in logs/scheduler.log</a:t>
            </a:r>
          </a:p>
          <a:p>
            <a:r>
              <a:t>Tracks execution, errors, timestamps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charts:</a:t>
            </a:r>
          </a:p>
          <a:p>
            <a:r>
              <a:t>- Segment distribution</a:t>
            </a:r>
          </a:p>
          <a:p>
            <a:r>
              <a:t>- Revenue by segment</a:t>
            </a:r>
          </a:p>
          <a:p>
            <a:r>
              <a:t>- Behavior distributions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using Streamlit</a:t>
            </a:r>
          </a:p>
          <a:p>
            <a:r>
              <a:t>Shows insights, logs, pipeline status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dashboard/</a:t>
            </a:r>
          </a:p>
          <a:p>
            <a:r>
              <a:t>logs/</a:t>
            </a:r>
          </a:p>
          <a:p>
            <a:r>
              <a:t>notebook/</a:t>
            </a:r>
          </a:p>
          <a:p>
            <a:r>
              <a:t>src/</a:t>
            </a:r>
          </a:p>
          <a:p>
            <a:r>
              <a:t>reports/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Run pipeline</a:t>
            </a:r>
          </a:p>
          <a:p>
            <a:r>
              <a:t>2. Start scheduler</a:t>
            </a:r>
          </a:p>
          <a:p>
            <a:r>
              <a:t>3. Launch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analytics</a:t>
            </a:r>
          </a:p>
          <a:p>
            <a:r>
              <a:t>Customer insights</a:t>
            </a:r>
          </a:p>
          <a:p>
            <a:r>
              <a:t>Improved decision making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data pipeline with automation, monitoring, and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