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05840"/>
            <a:ext cx="20116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Retail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Pipeline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3337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End-to-End ETL · SQLite Data Warehouse · KPI Reporting · RFM Segmentation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736592"/>
            <a:ext cx="9144000" cy="411480"/>
          </a:xfrm>
          <a:prstGeom prst="rect">
            <a:avLst/>
          </a:prstGeom>
          <a:solidFill>
            <a:srgbClr val="0F1C4D"/>
          </a:solidFill>
          <a:ln w="12700">
            <a:solidFill>
              <a:srgbClr val="0F1C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736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C0"/>
                </a:solidFill>
              </a:rPr>
              <a:t>Python  ·  Pandas  ·  SQLite  ·  Streamlit  ·  Scheduled Automation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Retail managers spent hours manually generating reports from raw CSV files — a process prone to human error and impossible to scale.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8308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4871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Time-Consuming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Daily &amp; monthly reports required manual CSV processing taking hours each cycle.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7830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78308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18688" y="24871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Error-Prone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55848" y="288036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Human copy-paste errors introduced inconsistencies in KPI calculations.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7830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78308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71616" y="24871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Scalable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08776" y="288036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 centralized data store; impossible to support analytics across regions.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3659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Goal: Automate the full pipeline — from raw data to insights — with zero manual intervention.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4D"/>
          </a:solidFill>
          <a:ln w="12700">
            <a:solidFill>
              <a:srgbClr val="0F1C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1325880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82880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Raw CSV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0" y="2212848"/>
            <a:ext cx="384048" cy="10972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29968" y="1828800"/>
            <a:ext cx="13258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29968" y="182880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ETL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5848" y="2212848"/>
            <a:ext cx="384048" cy="10972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39896" y="1828800"/>
            <a:ext cx="132588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39896" y="182880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Warehouse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65776" y="2212848"/>
            <a:ext cx="384048" cy="10972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9824" y="1828800"/>
            <a:ext cx="132588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49824" y="182880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Analytics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&amp; KPIs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5704" y="2212848"/>
            <a:ext cx="384048" cy="10972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59752" y="1828800"/>
            <a:ext cx="132588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59752" y="182880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971800"/>
            <a:ext cx="1325880" cy="1600200"/>
          </a:xfrm>
          <a:prstGeom prst="rect">
            <a:avLst/>
          </a:prstGeom>
          <a:solidFill>
            <a:srgbClr val="1A3070"/>
          </a:solidFill>
          <a:ln w="12700">
            <a:solidFill>
              <a:srgbClr val="1A30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358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Extract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337560"/>
            <a:ext cx="11430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Load raw transaction CSV using Pandas with schema validation.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29968" y="2971800"/>
            <a:ext cx="1325880" cy="1600200"/>
          </a:xfrm>
          <a:prstGeom prst="rect">
            <a:avLst/>
          </a:prstGeom>
          <a:solidFill>
            <a:srgbClr val="1A3070"/>
          </a:solidFill>
          <a:ln w="12700">
            <a:solidFill>
              <a:srgbClr val="1A30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21408" y="30358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Transform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21408" y="3337560"/>
            <a:ext cx="11430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Deduplicate, remove cancellations, handle nulls, compute TotalPrice.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39896" y="2971800"/>
            <a:ext cx="1325880" cy="1600200"/>
          </a:xfrm>
          <a:prstGeom prst="rect">
            <a:avLst/>
          </a:prstGeom>
          <a:solidFill>
            <a:srgbClr val="1A3070"/>
          </a:solidFill>
          <a:ln w="12700">
            <a:solidFill>
              <a:srgbClr val="1A30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31336" y="30358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Load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31336" y="3337560"/>
            <a:ext cx="11430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Store clean records into SQLite star-schema data warehouse.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49824" y="2971800"/>
            <a:ext cx="1325880" cy="1600200"/>
          </a:xfrm>
          <a:prstGeom prst="rect">
            <a:avLst/>
          </a:prstGeom>
          <a:solidFill>
            <a:srgbClr val="1A3070"/>
          </a:solidFill>
          <a:ln w="12700">
            <a:solidFill>
              <a:srgbClr val="1A3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41264" y="30358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Analyze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41264" y="3337560"/>
            <a:ext cx="11430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SQL queries generate daily/monthly revenue, top products, country sales.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59752" y="2971800"/>
            <a:ext cx="1325880" cy="1600200"/>
          </a:xfrm>
          <a:prstGeom prst="rect">
            <a:avLst/>
          </a:prstGeom>
          <a:solidFill>
            <a:srgbClr val="1A3070"/>
          </a:solidFill>
          <a:ln w="12700">
            <a:solidFill>
              <a:srgbClr val="1A30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51192" y="30358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Report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51192" y="3337560"/>
            <a:ext cx="11430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Interactive Streamlit dashboard + RFM customer segmentation.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ETL Pipeline — Deep Dive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840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  Data Source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Online Retail Dataset — transaction-level sales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645920" cy="27432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65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InvoiceNo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1645920" cy="27432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50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StockCode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734056"/>
            <a:ext cx="1645920" cy="27432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340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118104"/>
            <a:ext cx="1645920" cy="27432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181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Quantity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77440" y="1965960"/>
            <a:ext cx="1645920" cy="27432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1965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InvoiceDate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2350008"/>
            <a:ext cx="1645920" cy="27432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2350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UnitPrice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2734056"/>
            <a:ext cx="1645920" cy="27432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27340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CustomerID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77440" y="3118104"/>
            <a:ext cx="1645920" cy="27432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31181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Country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3566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</a:rPr>
              <a:t>TotalPrice = Quantity × UnitPrice  (derived)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80560" y="1051560"/>
            <a:ext cx="4297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1051560"/>
            <a:ext cx="42976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143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🔄  Transform Steps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17720" y="1618488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16184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56048" y="15819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Remove Duplicates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73952" y="15819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Drop exact duplicate rows across all columns.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2121408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21214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56048" y="20848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Filter Cancellations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73952" y="20848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Exclude rows where Quantity &lt; 0 (returns/voids).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2624328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26243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56048" y="2587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Handle Missing CustomerID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73952" y="25877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Impute or flag null CustomerIDs for segmentation.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3127248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127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56048" y="30906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Compute TotalPrice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73952" y="30906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New column: TotalPrice = Quantity × UnitPrice.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17720" y="3630168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720" y="3630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56048" y="35935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Parse InvoiceDate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73952" y="35935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Convert string dates to datetime for time-series.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17720" y="4133088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4133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56048" y="40965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Load to SQLite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73952" y="40965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Insert cleaned DataFrame into star-schema DB.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4D"/>
          </a:solidFill>
          <a:ln w="12700">
            <a:solidFill>
              <a:srgbClr val="0F1C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&amp; KPI Reporting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2651760" cy="1691640"/>
          </a:xfrm>
          <a:prstGeom prst="rect">
            <a:avLst/>
          </a:prstGeom>
          <a:solidFill>
            <a:srgbClr val="1A3070"/>
          </a:solidFill>
          <a:ln w="12700">
            <a:solidFill>
              <a:srgbClr val="25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78992"/>
            <a:ext cx="6400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43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2435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Daily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60934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Tracked daily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Time-series trend 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078992"/>
            <a:ext cx="2651760" cy="1691640"/>
          </a:xfrm>
          <a:prstGeom prst="rect">
            <a:avLst/>
          </a:prstGeom>
          <a:solidFill>
            <a:srgbClr val="1A3070"/>
          </a:solidFill>
          <a:ln w="12700">
            <a:solidFill>
              <a:srgbClr val="25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078992"/>
            <a:ext cx="6400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243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📆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04488" y="12435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Monthly Revenue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04488" y="160934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Aggregated MoM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04488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Month-over-month growth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71616" y="1078992"/>
            <a:ext cx="2651760" cy="1691640"/>
          </a:xfrm>
          <a:prstGeom prst="rect">
            <a:avLst/>
          </a:prstGeom>
          <a:solidFill>
            <a:srgbClr val="1A3070"/>
          </a:solidFill>
          <a:ln w="12700">
            <a:solidFill>
              <a:srgbClr val="25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078992"/>
            <a:ext cx="6400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1243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57416" y="12435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Top 10 Products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57416" y="160934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By total revenue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57416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Stock-level performance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953512"/>
            <a:ext cx="2651760" cy="1691640"/>
          </a:xfrm>
          <a:prstGeom prst="rect">
            <a:avLst/>
          </a:prstGeom>
          <a:solidFill>
            <a:srgbClr val="1A3070"/>
          </a:solidFill>
          <a:ln w="12700">
            <a:solidFill>
              <a:srgbClr val="25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953512"/>
            <a:ext cx="6400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118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51560" y="31181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Sales by Country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483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Geographic view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794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Regional breakdown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18688" y="2953512"/>
            <a:ext cx="2651760" cy="1691640"/>
          </a:xfrm>
          <a:prstGeom prst="rect">
            <a:avLst/>
          </a:prstGeom>
          <a:solidFill>
            <a:srgbClr val="1A3070"/>
          </a:solidFill>
          <a:ln w="12700">
            <a:solidFill>
              <a:srgbClr val="25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18688" y="2953512"/>
            <a:ext cx="6400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3118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904488" y="31181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Repeat Customers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04488" y="3483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Loyalty analysis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04488" y="3794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Retention metric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71616" y="2953512"/>
            <a:ext cx="2651760" cy="1691640"/>
          </a:xfrm>
          <a:prstGeom prst="rect">
            <a:avLst/>
          </a:prstGeom>
          <a:solidFill>
            <a:srgbClr val="1A3070"/>
          </a:solidFill>
          <a:ln w="12700">
            <a:solidFill>
              <a:srgbClr val="25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71616" y="2953512"/>
            <a:ext cx="6400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08776" y="3118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757416" y="31181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RFM Segmentation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57416" y="3483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3-tier scoring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757416" y="3794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Recency·Frequency·Monetary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RFM Customer Segmentation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18872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0299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Recency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4505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How recently did the customer make a purchase?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364992"/>
            <a:ext cx="2377440" cy="68580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015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Last purchase: 7 days ago → High R score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10515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78808" y="118872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78808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18688" y="20299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55848" y="24505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How often does the customer purchase?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55848" y="3364992"/>
            <a:ext cx="2377440" cy="68580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34015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12 orders in 90 days → High F score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71616" y="10515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31736" y="1188720"/>
            <a:ext cx="731520" cy="7315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31736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71616" y="20299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Monetary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08776" y="24505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How much does the customer spend in total?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08776" y="3364992"/>
            <a:ext cx="2377440" cy="685800"/>
          </a:xfrm>
          <a:prstGeom prst="rect">
            <a:avLst/>
          </a:prstGeom>
          <a:solidFill>
            <a:srgbClr val="CADCFC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34015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£4,200 lifetime value → High M score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4074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Customer Segments Generated: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681728"/>
            <a:ext cx="1572768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817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Champions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84832" y="4681728"/>
            <a:ext cx="1572768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84832" y="46817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Loyal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03904" y="4681728"/>
            <a:ext cx="1572768" cy="2743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03904" y="46817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At Risk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22976" y="4681728"/>
            <a:ext cx="1572768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22976" y="46817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Lost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42048" y="4681728"/>
            <a:ext cx="1572768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46817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 Customers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4D"/>
          </a:solidFill>
          <a:ln w="12700">
            <a:solidFill>
              <a:srgbClr val="0F1C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Monitoring &amp; Logging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Scheduling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9202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schedule.every()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.day.at('02:00')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40280" y="1801368"/>
            <a:ext cx="256032" cy="91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96312" y="1417320"/>
            <a:ext cx="19202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6312" y="14173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run_pipeline()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16552" y="1801368"/>
            <a:ext cx="256032" cy="91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72584" y="1417320"/>
            <a:ext cx="19202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4173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run_etl()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calculate_rfm()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generate_reports()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92824" y="1801368"/>
            <a:ext cx="256032" cy="91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48856" y="1417320"/>
            <a:ext cx="192024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48856" y="141732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scheduler.log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(logs/ folder)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Log Output Format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944368"/>
            <a:ext cx="8412480" cy="1143000"/>
          </a:xfrm>
          <a:prstGeom prst="rect">
            <a:avLst/>
          </a:prstGeom>
          <a:solidFill>
            <a:srgbClr val="0D1A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175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2025-11-01 02:00:01 | INFO    | Scheduler started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2644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2025-11-01 02:00:02 | INFO    | Starting ETL Pipeline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511296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2025-11-01 02:00:15 | INFO    | RFM calculation completed successfully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758184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2025-11-01 02:00:22 | INFO    | Pipeline completed successfully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206240"/>
            <a:ext cx="8412480" cy="658368"/>
          </a:xfrm>
          <a:prstGeom prst="rect">
            <a:avLst/>
          </a:prstGeom>
          <a:solidFill>
            <a:srgbClr val="1A307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42816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⚡  Key Fix Applied: logs/ folder created with os.makedirs() before logging.basicConfig() — absolute path resolved via os.path.dirname(os.path.abspath(__file__)) to prevent misrouted log files.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78992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7552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536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Core language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ETL scripts, scheduling, RFM logic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078992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078992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1704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🐼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1536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Data manipulation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55848" y="1883664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Cleaning, transformation, aggregation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71616" y="1078992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078992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11704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93408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93408" y="1536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Data warehouse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08776" y="1883664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Serverless star-schema storage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980944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980944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07238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87552" y="30906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87552" y="3438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Dashboard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785616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Interactive KPI &amp; monitoring UI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18688" y="2980944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18688" y="2980944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18688" y="307238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840480" y="30906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40480" y="3438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Automation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55848" y="3785616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Cron-like daily pipeline execution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71616" y="2980944"/>
            <a:ext cx="265176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71616" y="2980944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71616" y="307238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693408" y="30906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Logging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93408" y="3438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Monitoring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08776" y="3785616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Structured logs in logs/scheduler.log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C4D"/>
          </a:solidFill>
          <a:ln w="12700">
            <a:solidFill>
              <a:srgbClr val="0F1C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993392" cy="3703320"/>
          </a:xfrm>
          <a:prstGeom prst="rect">
            <a:avLst/>
          </a:prstGeom>
          <a:solidFill>
            <a:srgbClr val="1A3070"/>
          </a:solidFill>
          <a:ln w="12700">
            <a:solidFill>
              <a:srgbClr val="253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199339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408176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1444752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933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Apache Airflow integration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877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DAG-based pipeline management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821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Retry &amp; alerting logic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96312" y="1051560"/>
            <a:ext cx="1993392" cy="3703320"/>
          </a:xfrm>
          <a:prstGeom prst="rect">
            <a:avLst/>
          </a:prstGeom>
          <a:solidFill>
            <a:srgbClr val="1A3070"/>
          </a:solidFill>
          <a:ln w="12700">
            <a:solidFill>
              <a:srgbClr val="253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1051560"/>
            <a:ext cx="199339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11556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96312" y="1408176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Deploy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70632" y="1874520"/>
            <a:ext cx="1444752" cy="182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19933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AWS S3 or GCS data lake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33472" y="25877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Cloud-hosted SQLite → PostgreSQL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33472" y="31821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CI/CD with GitHub Actions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72584" y="1051560"/>
            <a:ext cx="1993392" cy="3703320"/>
          </a:xfrm>
          <a:prstGeom prst="rect">
            <a:avLst/>
          </a:prstGeom>
          <a:solidFill>
            <a:srgbClr val="1A3070"/>
          </a:solidFill>
          <a:ln w="12700">
            <a:solidFill>
              <a:srgbClr val="253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72584" y="1051560"/>
            <a:ext cx="1993392" cy="54864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72584" y="111556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8DEF"/>
                </a:solidFill>
              </a:rPr>
              <a:t>Phase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72584" y="1408176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46904" y="1874520"/>
            <a:ext cx="1444752" cy="1828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19933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DEF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Kafka streaming ingestion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9744" y="25877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DEF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Incremental ETL updates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9744" y="31821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8DEF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Live dashboard refresh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48856" y="1051560"/>
            <a:ext cx="1993392" cy="3703320"/>
          </a:xfrm>
          <a:prstGeom prst="rect">
            <a:avLst/>
          </a:prstGeom>
          <a:solidFill>
            <a:srgbClr val="1A3070"/>
          </a:solidFill>
          <a:ln w="12700">
            <a:solidFill>
              <a:srgbClr val="253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48856" y="1051560"/>
            <a:ext cx="199339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8856" y="111556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Phase 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48856" y="1408176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&amp; Insights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123176" y="1874520"/>
            <a:ext cx="1444752" cy="182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86016" y="199339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Churn prediction model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86016" y="25877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Demand forecasting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86016" y="318211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Personalised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315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Raw Data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Real Insights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An automated pipeline that cleans, stores, segments, and reports — running while you sleep.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4015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40416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Automated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34015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063240" y="40416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KPI Reports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23560" y="34015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623560" y="40416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Manual Steps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F1C4D"/>
          </a:solidFill>
          <a:ln w="12700">
            <a:solidFill>
              <a:srgbClr val="0F1C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73659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0"/>
                </a:solidFill>
              </a:rPr>
              <a:t>Automated Retail Analytics Pipeline  ·  Python · Pandas · SQLite · Streamlit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Retail Analytics Pipeline</dc:title>
  <dc:subject>PptxGenJS Presentation</dc:subject>
  <dc:creator>PptxGenJS</dc:creator>
  <cp:lastModifiedBy>PptxGenJS</cp:lastModifiedBy>
  <cp:revision>1</cp:revision>
  <dcterms:created xsi:type="dcterms:W3CDTF">2026-03-29T13:28:59Z</dcterms:created>
  <dcterms:modified xsi:type="dcterms:W3CDTF">2026-03-29T13:28:59Z</dcterms:modified>
</cp:coreProperties>
</file>