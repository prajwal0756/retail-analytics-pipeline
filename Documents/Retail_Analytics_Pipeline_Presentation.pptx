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Retail Analytics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Engineering &amp; Analytics Project</a:t>
            </a:r>
          </a:p>
          <a:p>
            <a:r>
              <a:t>Prajwal Subedi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retail data analysis is slow.</a:t>
            </a:r>
          </a:p>
          <a:p>
            <a:r>
              <a:t>Goal: automate insights, segmentation,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→ RFM Segmentation → Reports → Dashboard</a:t>
            </a:r>
          </a:p>
          <a:p>
            <a:r>
              <a:t>Fully automated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dashboard/</a:t>
            </a:r>
          </a:p>
          <a:p>
            <a:r>
              <a:t>logs/</a:t>
            </a:r>
          </a:p>
          <a:p>
            <a:r>
              <a:t>notebook/</a:t>
            </a:r>
          </a:p>
          <a:p>
            <a:r>
              <a:t>src/</a:t>
            </a:r>
          </a:p>
          <a:p>
            <a:r>
              <a:t>reports/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ETL → RFM → Reports → Dashboard</a:t>
            </a:r>
          </a:p>
          <a:p>
            <a:r>
              <a:t>Automation via Scheduler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→ Transform → Load</a:t>
            </a:r>
          </a:p>
          <a:p>
            <a:r>
              <a:t>Handles missing values and prepares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Recency, Frequency, Monetary</a:t>
            </a:r>
          </a:p>
          <a:p>
            <a:r>
              <a:t>Used to classify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pipeline execution using schedule library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stored with timestamps for monitoring and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app for insights, logs, and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python src/run_pipeline.py</a:t>
            </a:r>
          </a:p>
          <a:p>
            <a:r>
              <a:t>2. python -m src.scheduler</a:t>
            </a:r>
          </a:p>
          <a:p>
            <a:r>
              <a:t>3. streamlit run dashboard/app.py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Streamlit, Seaborn, Schedule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analytics pipeline with real-time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